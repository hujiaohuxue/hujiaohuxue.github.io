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598" y="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AA8B22-2E5C-3515-2CD3-10090E240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7349AF-135D-AC74-D8E6-007428983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525CCD-836E-892C-7EE0-C21F3A4CD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32C22-C0DA-7356-90B2-38AA3618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883125-B4D6-937C-C9E7-D6F402F3A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703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275B80-5B77-4552-A540-D09488CC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C7145E-7C69-F847-2FB3-A5E14553D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8224D4-A1CB-32F3-B75D-1B63E9B32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F0AC24-F8B3-E68D-B444-52CBC53D5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FB0413-56BA-9D5E-89DD-F39C909EE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874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F92DE-F0C1-CD4D-87E0-34E31529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765ABB-9B6D-4E91-D65B-108FA56C0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CD5BFC-430E-FA11-A741-83B2E864A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17D477-93E8-2A78-5693-BAFF41468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855BD8-8442-4962-6F31-70E4D11FD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97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0C529-2F06-FD49-05F8-D3EF38AF5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D486C8-00E8-25C1-31A4-592C06999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A2359D-EB02-F4AE-510C-C66D97ADA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FDD5CE-E5C4-2517-7404-377C7A6BF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8B3D7B-D4E7-6D1B-7726-19D1F858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F1B9FB-9B54-A2EB-3EC1-1441D8DD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631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8DC197-7785-5FCD-3BBD-502376BBD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EFCA-5473-E7EC-C50D-6F8717FBC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6E0AB67-D43C-8069-5AA2-0820B5178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BAE800-56D3-FC11-9CAB-6A35875FB9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CCA1EA-D2AF-752F-9041-97ABCCFAE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3EECD5-2A4F-1F4D-210B-70774BA5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7DCB72-5407-3226-CC67-1D66F49CB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BCE0DD-9C92-C264-24B7-4BF7C070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7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EAC03-82C0-5D99-593A-4496D3F43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0603E5D-17D1-7910-30B4-3BD3BC0E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449DEB-775D-CF36-C3F1-B214AA604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301CD9-0239-C8C6-A4D9-B828D339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059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9F4376-20CB-91D8-DDD7-F22AC733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B85751-9DF1-53FA-9708-FBC38F73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0914B-51EA-3D4E-FC2C-5B9A6483C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628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788DB-81B5-0D58-E029-375637002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83AB33-ECD6-BB5D-4248-0774285E7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3CB5FA-D479-F5ED-4710-0516B422D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2573D9-FBD9-A7F8-7B7F-6F8A3FC8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27E76D-5031-6DBC-22F8-AAEDAE0C0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891ED2-0899-2F3E-BEAB-E5AC5975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467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4CB43-8AEC-7322-E625-065D27CD2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FDE1460-7CD1-7CFD-56B7-2943C9D4F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DCFD69-33F4-EDEC-C15F-5E819352B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42216C-A9C9-8FFD-9CAA-1F30494C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74549F-8A84-7279-4B7C-E5E1548E8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7F20A3-7F09-D323-FCC9-695EDE3E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3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E4A7A-6781-0ACF-1EEE-D3285178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564B36-A7B4-83F2-4230-3385EB9CA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B845E6-BC25-B17B-4757-43501261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6E873E-8A60-DD1E-D511-F5B8365D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E0F25-06FE-2CBC-D59A-E7B00740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5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B8384B4-1E25-0C96-102B-C64F303DF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3B8104-B8BC-5E10-EC67-575B18F919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DBC2E-9B04-781F-3601-BDBDEB9F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64B0B6-1223-5ADB-5E11-FCF5A80F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1D8C50-B7D6-C035-96A6-6558099B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803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FE2F1B0-D32A-1598-7981-E4A7D5B4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EC9D2B-853F-EC2A-3B6E-1069AE9B5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F2BD1-8555-97C3-78E7-74A23F1F04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E5715B-CE21-4D50-8344-2D3E4B289C2C}" type="datetimeFigureOut">
              <a:rPr lang="zh-CN" altLang="en-US" smtClean="0"/>
              <a:t>2025/11/28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F68C6F-3A5F-8704-03E7-A6EB7DAC2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7E37EC-B068-FBF5-CED9-74E7562F8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5772A-9FCB-4664-A488-078295BC4E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75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8039C02-A5BF-95ED-A380-F530D867D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2" y="483636"/>
            <a:ext cx="10432802" cy="521640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E47965-BB45-0A5B-14F6-4C743ED04AEF}"/>
              </a:ext>
            </a:extLst>
          </p:cNvPr>
          <p:cNvSpPr txBox="1"/>
          <p:nvPr/>
        </p:nvSpPr>
        <p:spPr>
          <a:xfrm>
            <a:off x="518400" y="926932"/>
            <a:ext cx="8979168" cy="1631216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highlight>
                  <a:srgbClr val="FFFF00"/>
                </a:highlight>
                <a:latin typeface="华文琥珀" panose="02010800040101010101" pitchFamily="2" charset="-122"/>
                <a:ea typeface="华文琥珀" panose="02010800040101010101" pitchFamily="2" charset="-122"/>
              </a:rPr>
              <a:t>Cn</a:t>
            </a:r>
            <a:r>
              <a:rPr lang="zh-CN" altLang="en-US" sz="2000" dirty="0">
                <a:highlight>
                  <a:srgbClr val="FFFF00"/>
                </a:highlight>
                <a:latin typeface="华文琥珀" panose="02010800040101010101" pitchFamily="2" charset="-122"/>
                <a:ea typeface="华文琥珀" panose="02010800040101010101" pitchFamily="2" charset="-122"/>
              </a:rPr>
              <a:t>异或门，坐标广东广州，</a:t>
            </a:r>
            <a:r>
              <a:rPr lang="zh-CN" altLang="en-US" sz="2000">
                <a:highlight>
                  <a:srgbClr val="FFFF00"/>
                </a:highlight>
                <a:latin typeface="华文琥珀" panose="02010800040101010101" pitchFamily="2" charset="-122"/>
                <a:ea typeface="华文琥珀" panose="02010800040101010101" pitchFamily="2" charset="-122"/>
              </a:rPr>
              <a:t>生理男（心理非二元）  </a:t>
            </a:r>
            <a:r>
              <a:rPr lang="en-US" altLang="zh-CN" sz="2000" dirty="0">
                <a:highlight>
                  <a:srgbClr val="FFFF00"/>
                </a:highlight>
                <a:latin typeface="华文琥珀" panose="02010800040101010101" pitchFamily="2" charset="-122"/>
                <a:ea typeface="华文琥珀" panose="02010800040101010101" pitchFamily="2" charset="-122"/>
              </a:rPr>
              <a:t>4.9  ENTP</a:t>
            </a:r>
            <a:r>
              <a:rPr lang="zh-CN" altLang="en-US" sz="2000" dirty="0">
                <a:highlight>
                  <a:srgbClr val="FFFF00"/>
                </a:highlight>
                <a:latin typeface="华文琥珀" panose="02010800040101010101" pitchFamily="2" charset="-122"/>
                <a:ea typeface="华文琥珀" panose="02010800040101010101" pitchFamily="2" charset="-122"/>
              </a:rPr>
              <a:t>，中立偏左</a:t>
            </a:r>
            <a:endParaRPr lang="en-US" altLang="zh-CN" sz="2000" dirty="0">
              <a:highlight>
                <a:srgbClr val="FFFF00"/>
              </a:highlight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伊雷娜梦拒一切，底图列内美工</a:t>
            </a:r>
            <a:endParaRPr lang="en-US" altLang="zh-CN" sz="2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坑：</a:t>
            </a:r>
            <a:r>
              <a:rPr lang="en-US" altLang="zh-CN" sz="2000" dirty="0">
                <a:latin typeface="华文仿宋" panose="02010600040101010101" pitchFamily="2" charset="-122"/>
                <a:ea typeface="华文仿宋" panose="02010600040101010101" pitchFamily="2" charset="-122"/>
              </a:rPr>
              <a:t>cs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、东方、</a:t>
            </a:r>
            <a:r>
              <a:rPr lang="en-US" altLang="zh-CN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V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家、</a:t>
            </a:r>
            <a:r>
              <a:rPr lang="en-US" altLang="zh-CN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Love live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（缪、水）、高达、（看番浓度已忘记）</a:t>
            </a:r>
            <a:endParaRPr lang="en-US" altLang="zh-CN" sz="2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游：</a:t>
            </a:r>
            <a:r>
              <a:rPr lang="en-US" altLang="zh-CN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CSGO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、千恋万花、卡拉比丘、</a:t>
            </a:r>
            <a:r>
              <a:rPr lang="en-US" altLang="zh-CN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PUBG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、原神（学业原因均以淡）</a:t>
            </a:r>
            <a:endParaRPr lang="en-US" altLang="zh-CN" sz="2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三次：摇滚（国摇、英伦）、羽球、中长跑、</a:t>
            </a:r>
            <a:r>
              <a:rPr lang="en-US" altLang="zh-CN" sz="2000" dirty="0" err="1">
                <a:latin typeface="华文琥珀" panose="02010800040101010101" pitchFamily="2" charset="-122"/>
                <a:ea typeface="华文琥珀" panose="02010800040101010101" pitchFamily="2" charset="-122"/>
              </a:rPr>
              <a:t>jdm</a:t>
            </a:r>
            <a:r>
              <a:rPr lang="zh-CN" altLang="en-US" sz="2000" dirty="0">
                <a:latin typeface="华文琥珀" panose="02010800040101010101" pitchFamily="2" charset="-122"/>
                <a:ea typeface="华文琥珀" panose="02010800040101010101" pitchFamily="2" charset="-122"/>
              </a:rPr>
              <a:t>、铁道、鉴证</a:t>
            </a:r>
            <a:endParaRPr lang="en-US" altLang="zh-CN" sz="20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ECAFE5-A49F-9DB5-EF55-8F7A92B5A7B0}"/>
              </a:ext>
            </a:extLst>
          </p:cNvPr>
          <p:cNvSpPr txBox="1"/>
          <p:nvPr/>
        </p:nvSpPr>
        <p:spPr>
          <a:xfrm>
            <a:off x="5007984" y="3625158"/>
            <a:ext cx="5155056" cy="1200329"/>
          </a:xfrm>
          <a:prstGeom prst="rect">
            <a:avLst/>
          </a:prstGeom>
          <a:solidFill>
            <a:schemeClr val="accent2"/>
          </a:solidFill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雷点：贴脸开大，乱玩梗、厕妹、民粹、民族沙文</a:t>
            </a:r>
            <a:endParaRPr lang="en-US" altLang="zh-CN" sz="2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  <a:p>
            <a:r>
              <a:rPr lang="zh-CN" altLang="en-US" sz="2400" dirty="0">
                <a:latin typeface="华文琥珀" panose="02010800040101010101" pitchFamily="2" charset="-122"/>
                <a:ea typeface="华文琥珀" panose="02010800040101010101" pitchFamily="2" charset="-122"/>
              </a:rPr>
              <a:t>隐属过多请不要介意</a:t>
            </a:r>
            <a:endParaRPr lang="en-US" altLang="zh-CN" sz="2400" dirty="0"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03FC5D-36F3-6E68-7F46-5EE4C6347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926" y="3023616"/>
            <a:ext cx="1890314" cy="217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874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128</Words>
  <Application>Microsoft Office PowerPoint</Application>
  <PresentationFormat>宽屏</PresentationFormat>
  <Paragraphs>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华文仿宋</vt:lpstr>
      <vt:lpstr>华文琥珀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Sidalin Mo</dc:creator>
  <cp:lastModifiedBy>Sidalin Mo</cp:lastModifiedBy>
  <cp:revision>10</cp:revision>
  <dcterms:created xsi:type="dcterms:W3CDTF">2025-05-31T12:49:28Z</dcterms:created>
  <dcterms:modified xsi:type="dcterms:W3CDTF">2025-11-28T15:18:16Z</dcterms:modified>
</cp:coreProperties>
</file>